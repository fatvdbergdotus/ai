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E8F89-87B8-5E9E-99D3-262A381E3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057EB13-D428-C3BF-1D2E-4CA9D31FA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06813BB-2833-59A2-65BE-FB3380FF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AEA90E-1E61-5BAD-44C9-1D1C2DA8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ABDB5E-5FF5-F0A1-C9E7-FE61BD42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0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B16F6-E41D-6629-DB3C-1A34DE8C3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34B313-C916-9057-A98C-6C3DACECB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85B2B6C-ECD3-9F69-976F-8390265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31D63DA-5E46-B640-1E21-6595FA28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28BDE5-099C-6CB6-2302-BBF24902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F29F58-A6D6-E0E3-73BF-ADC08DD0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DE4F536-4D43-6120-1181-49F2664E7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D792A0-2600-4688-090F-9DB5523E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E6B7930-990A-AAAE-FA8A-2A9E43C9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B66C3A-CCB0-4587-FEAD-94B5E220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2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898DE-097A-00DC-D272-60D50BCB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62FD92-76BF-84A6-E6D8-79A9F688C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FB47AFA-F8D4-2987-7E98-73C505AA2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B77A3FB-69ED-A4C9-5027-83622938E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EC94983-49B3-DEF1-65DC-41946D8D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D68B7CD-7AA7-4026-B308-30E4FC50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5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175CC2-A692-19C2-ADF3-171ABACA5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61C0693-F99F-9F2E-B415-AA7A2AA88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E555B7A-E4B2-4316-3C9B-0A066C5B3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7DF6B0B-6B33-4856-32BA-1A7050D33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E28CC8B-DEF2-D275-F9A5-4027693C3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B37CAB8-202F-733C-EB83-A8E24613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D262A8-0A93-E309-CFAD-50F3F8FC4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36C487B-EB2C-99C8-8228-8CC9AFD8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4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1DA35-611B-A5EF-42A0-CA52C471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1667D8A-3497-3C32-4B40-D98DC7B4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79DC643-63E8-65FE-A93C-4A84A960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93D997C-4E40-5D2E-9784-BACA4739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51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D4E1E23-95C1-D738-0731-2ADDFAFA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0C9B90-A65B-3F57-BBA2-CE0A10B2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A7C52F5-6753-2E00-9B2F-32180CA6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7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648A7-AF6E-226D-3BCE-138A37A2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EF6BEB1-03F9-6EC5-C8ED-38BC4FA63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DA07554-C76B-A916-D636-F6DE363D7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9F075C9-91F4-6006-E609-107E8B85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5DAC05D-21AB-C565-E501-52C5A6CF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13B7EAE-15A4-6A76-3C40-DA0C7F4F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2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2EF41-E857-D5E6-31F3-C705B14F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4466C9E-8A43-91D8-C52C-FE91E3B19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0B6FEB1-E8EC-DBBF-B83B-257A86AE3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70BA478-8902-A9DD-A06F-D1FFC887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B862B02-6662-16C5-0E98-1D038E40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DD01BF8-71C9-BE48-D0F2-91C481782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2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DEF1A1-3E16-1B5E-0296-4A20B5D1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4C93D8A-F510-8DF1-15A8-46B17A1FE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723C98C-4F54-1E51-4AB2-97D85B6B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F510F1-039B-6039-434E-27F3EE83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70CAA84-8DFC-BE5A-79F6-2EC01CCC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0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6675FDE-C739-BBCD-4C72-77CB2B1ED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841C3E1-6706-6756-9F8E-3F9C808B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3539BC-D56A-3031-C00D-F8F5D240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5E2CE5-264D-159D-E2F2-CEE29ED5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9DA51E-29A3-84D4-7C6F-87216E2A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4284EAD-993C-EC86-F3D2-7E51B45E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E0D4035-5859-605B-20F3-848E38053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F8213E0-CF90-C3F9-47F3-2840950BF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CEA90-FFDE-4231-A305-5118E04EEDC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0D2472-E790-905D-7E0B-7B327C58B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25EB48-BBEA-BBE1-B7F9-B3B9A4C29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82A00-D3CE-47A6-ABEF-68F18E96352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al 3">
            <a:extLst>
              <a:ext uri="{FF2B5EF4-FFF2-40B4-BE49-F238E27FC236}">
                <a16:creationId xmlns:a16="http://schemas.microsoft.com/office/drawing/2014/main" id="{4CA266B5-F214-C018-20C9-BE06DEF74C8C}"/>
              </a:ext>
            </a:extLst>
          </p:cNvPr>
          <p:cNvSpPr/>
          <p:nvPr/>
        </p:nvSpPr>
        <p:spPr>
          <a:xfrm>
            <a:off x="2258568" y="420624"/>
            <a:ext cx="7415784" cy="61539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E84D26E-DA17-A509-B5DE-C2DB0B4F48BB}"/>
              </a:ext>
            </a:extLst>
          </p:cNvPr>
          <p:cNvSpPr txBox="1"/>
          <p:nvPr/>
        </p:nvSpPr>
        <p:spPr>
          <a:xfrm>
            <a:off x="4942816" y="653147"/>
            <a:ext cx="2169414" cy="39703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Artificial Intelligence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Machine Learning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Neural Networks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Deep Learning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Generative AI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Large</a:t>
            </a:r>
          </a:p>
          <a:p>
            <a:pPr algn="ctr"/>
            <a:r>
              <a:rPr lang="en-US" dirty="0"/>
              <a:t>Language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177F0942-7C0A-46BD-3463-D8ED9C18B1B4}"/>
              </a:ext>
            </a:extLst>
          </p:cNvPr>
          <p:cNvSpPr/>
          <p:nvPr/>
        </p:nvSpPr>
        <p:spPr>
          <a:xfrm>
            <a:off x="3032426" y="1283732"/>
            <a:ext cx="5882307" cy="48813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2A376256-B6D1-EF1B-08AC-2D7F004ADFBB}"/>
              </a:ext>
            </a:extLst>
          </p:cNvPr>
          <p:cNvSpPr/>
          <p:nvPr/>
        </p:nvSpPr>
        <p:spPr>
          <a:xfrm>
            <a:off x="3579247" y="1854232"/>
            <a:ext cx="4648727" cy="38576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14FEA1A5-9D75-9062-E634-E143A32E26BE}"/>
              </a:ext>
            </a:extLst>
          </p:cNvPr>
          <p:cNvSpPr/>
          <p:nvPr/>
        </p:nvSpPr>
        <p:spPr>
          <a:xfrm>
            <a:off x="4317324" y="2521220"/>
            <a:ext cx="3298269" cy="273703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D9EC73B-D5A7-8A05-70CF-E0272F6B0D26}"/>
              </a:ext>
            </a:extLst>
          </p:cNvPr>
          <p:cNvSpPr/>
          <p:nvPr/>
        </p:nvSpPr>
        <p:spPr>
          <a:xfrm>
            <a:off x="4763093" y="2971800"/>
            <a:ext cx="2528860" cy="20985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15CEFB65-84B2-5ACF-C90F-E7BE81060AC1}"/>
              </a:ext>
            </a:extLst>
          </p:cNvPr>
          <p:cNvSpPr/>
          <p:nvPr/>
        </p:nvSpPr>
        <p:spPr>
          <a:xfrm>
            <a:off x="5126720" y="3497580"/>
            <a:ext cx="1801606" cy="14950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914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7776-1C2D-53F4-3D0E-A6E5F121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al 3">
            <a:extLst>
              <a:ext uri="{FF2B5EF4-FFF2-40B4-BE49-F238E27FC236}">
                <a16:creationId xmlns:a16="http://schemas.microsoft.com/office/drawing/2014/main" id="{5A4DC448-8F1B-F795-67C3-F72803FE630E}"/>
              </a:ext>
            </a:extLst>
          </p:cNvPr>
          <p:cNvSpPr/>
          <p:nvPr/>
        </p:nvSpPr>
        <p:spPr>
          <a:xfrm>
            <a:off x="2258568" y="420624"/>
            <a:ext cx="7415784" cy="61539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A3D0478-DF21-930B-9523-C998874C219E}"/>
              </a:ext>
            </a:extLst>
          </p:cNvPr>
          <p:cNvSpPr txBox="1"/>
          <p:nvPr/>
        </p:nvSpPr>
        <p:spPr>
          <a:xfrm>
            <a:off x="4942816" y="653147"/>
            <a:ext cx="2169414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Artificial Intelligence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Machine Learning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Deep Learning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821395DC-6353-5D36-55EA-74876075FA2B}"/>
              </a:ext>
            </a:extLst>
          </p:cNvPr>
          <p:cNvSpPr/>
          <p:nvPr/>
        </p:nvSpPr>
        <p:spPr>
          <a:xfrm>
            <a:off x="3032426" y="1283732"/>
            <a:ext cx="5882307" cy="48813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2A0CC2FA-4B7B-D329-9BB0-B19D3925671A}"/>
              </a:ext>
            </a:extLst>
          </p:cNvPr>
          <p:cNvSpPr/>
          <p:nvPr/>
        </p:nvSpPr>
        <p:spPr>
          <a:xfrm>
            <a:off x="3579247" y="1854232"/>
            <a:ext cx="4648727" cy="38576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al 1">
            <a:extLst>
              <a:ext uri="{FF2B5EF4-FFF2-40B4-BE49-F238E27FC236}">
                <a16:creationId xmlns:a16="http://schemas.microsoft.com/office/drawing/2014/main" id="{E7A8124A-6DA4-8AEA-2ED3-2F4D3F86735F}"/>
              </a:ext>
            </a:extLst>
          </p:cNvPr>
          <p:cNvSpPr/>
          <p:nvPr/>
        </p:nvSpPr>
        <p:spPr>
          <a:xfrm>
            <a:off x="6719735" y="2156927"/>
            <a:ext cx="5076755" cy="42128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4B880C8-C740-17D1-0793-A62ECCEFEE2F}"/>
              </a:ext>
            </a:extLst>
          </p:cNvPr>
          <p:cNvSpPr txBox="1"/>
          <p:nvPr/>
        </p:nvSpPr>
        <p:spPr>
          <a:xfrm>
            <a:off x="9281857" y="2618708"/>
            <a:ext cx="216941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Science</a:t>
            </a:r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0C81A576-CE46-097B-BC92-6132C8770B3F}"/>
              </a:ext>
            </a:extLst>
          </p:cNvPr>
          <p:cNvSpPr/>
          <p:nvPr/>
        </p:nvSpPr>
        <p:spPr>
          <a:xfrm>
            <a:off x="7265147" y="3326388"/>
            <a:ext cx="1349264" cy="111967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70B64A0-3F5A-D5CF-30AD-41C8463D739E}"/>
              </a:ext>
            </a:extLst>
          </p:cNvPr>
          <p:cNvSpPr txBox="1"/>
          <p:nvPr/>
        </p:nvSpPr>
        <p:spPr>
          <a:xfrm>
            <a:off x="7376974" y="3429000"/>
            <a:ext cx="796253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Big</a:t>
            </a:r>
          </a:p>
          <a:p>
            <a:pPr algn="ctr"/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0281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al 3">
            <a:extLst>
              <a:ext uri="{FF2B5EF4-FFF2-40B4-BE49-F238E27FC236}">
                <a16:creationId xmlns:a16="http://schemas.microsoft.com/office/drawing/2014/main" id="{3CCB7996-2436-C851-581F-952ECA76ACD9}"/>
              </a:ext>
            </a:extLst>
          </p:cNvPr>
          <p:cNvSpPr/>
          <p:nvPr/>
        </p:nvSpPr>
        <p:spPr>
          <a:xfrm>
            <a:off x="4342295" y="1322553"/>
            <a:ext cx="5076755" cy="42128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FAC0EF69-7045-F40A-AB16-2F2C48DB0311}"/>
              </a:ext>
            </a:extLst>
          </p:cNvPr>
          <p:cNvSpPr/>
          <p:nvPr/>
        </p:nvSpPr>
        <p:spPr>
          <a:xfrm>
            <a:off x="1294295" y="1322553"/>
            <a:ext cx="5076755" cy="42128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9A5E818-3EF6-8F96-2EE3-D058E905944A}"/>
              </a:ext>
            </a:extLst>
          </p:cNvPr>
          <p:cNvSpPr txBox="1"/>
          <p:nvPr/>
        </p:nvSpPr>
        <p:spPr>
          <a:xfrm>
            <a:off x="2601952" y="1512683"/>
            <a:ext cx="216941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Artificial Intelligence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6A43DAC7-7EE9-7B81-98AA-61B16DB3F767}"/>
              </a:ext>
            </a:extLst>
          </p:cNvPr>
          <p:cNvSpPr txBox="1"/>
          <p:nvPr/>
        </p:nvSpPr>
        <p:spPr>
          <a:xfrm>
            <a:off x="5941979" y="1512683"/>
            <a:ext cx="216941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Human Intelligence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B6B0AE37-9E65-42D0-C877-292F2FA1CBCE}"/>
              </a:ext>
            </a:extLst>
          </p:cNvPr>
          <p:cNvSpPr txBox="1"/>
          <p:nvPr/>
        </p:nvSpPr>
        <p:spPr>
          <a:xfrm>
            <a:off x="4201636" y="3428999"/>
            <a:ext cx="2169414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Hybrid</a:t>
            </a:r>
          </a:p>
          <a:p>
            <a:pPr algn="ctr"/>
            <a:r>
              <a:rPr lang="en-US" dirty="0"/>
              <a:t> Intelligence</a:t>
            </a:r>
          </a:p>
        </p:txBody>
      </p:sp>
    </p:spTree>
    <p:extLst>
      <p:ext uri="{BB962C8B-B14F-4D97-AF65-F5344CB8AC3E}">
        <p14:creationId xmlns:p14="http://schemas.microsoft.com/office/powerpoint/2010/main" val="340493750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</Words>
  <Application>Microsoft Office PowerPoint</Application>
  <PresentationFormat>Breedbeeld</PresentationFormat>
  <Paragraphs>27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Kantoorthema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van den Berg</dc:creator>
  <cp:lastModifiedBy>Freek van den Berg</cp:lastModifiedBy>
  <cp:revision>5</cp:revision>
  <dcterms:created xsi:type="dcterms:W3CDTF">2026-04-11T10:12:50Z</dcterms:created>
  <dcterms:modified xsi:type="dcterms:W3CDTF">2026-05-12T05:55:21Z</dcterms:modified>
</cp:coreProperties>
</file>