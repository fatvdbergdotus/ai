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9E8F89-87B8-5E9E-99D3-262A381E33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F057EB13-D428-C3BF-1D2E-4CA9D31FA0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06813BB-2833-59A2-65BE-FB3380FF7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DAEA90E-1E61-5BAD-44C9-1D1C2DA8B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CABDB5E-5FF5-F0A1-C9E7-FE61BD422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8060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BB16F6-E41D-6629-DB3C-1A34DE8C3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F34B313-C916-9057-A98C-6C3DACECB9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85B2B6C-ECD3-9F69-976F-8390265B5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31D63DA-5E46-B640-1E21-6595FA28E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028BDE5-099C-6CB6-2302-BBF24902A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63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F29F58-A6D6-E0E3-73BF-ADC08DD01C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DE4F536-4D43-6120-1181-49F2664E71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0D792A0-2600-4688-090F-9DB5523EAA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E6B7930-990A-AAAE-FA8A-2A9E43C9F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7B66C3A-CCB0-4587-FEAD-94B5E2202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2208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3898DE-097A-00DC-D272-60D50BCBD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062FD92-76BF-84A6-E6D8-79A9F688CA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4FB47AFA-F8D4-2987-7E98-73C505AA25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BB77A3FB-69ED-A4C9-5027-83622938E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EEC94983-49B3-DEF1-65DC-41946D8D2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D68B7CD-7AA7-4026-B308-30E4FC506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954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8175CC2-A692-19C2-ADF3-171ABACA5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61C0693-F99F-9F2E-B415-AA7A2AA882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4E555B7A-E4B2-4316-3C9B-0A066C5B3D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E7DF6B0B-6B33-4856-32BA-1A7050D337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2E28CC8B-DEF2-D275-F9A5-4027693C3F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8B37CAB8-202F-733C-EB83-A8E24613D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B3D262A8-0A93-E309-CFAD-50F3F8FC4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336C487B-EB2C-99C8-8228-8CC9AFD8B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0484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1DA35-611B-A5EF-42A0-CA52C471C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F1667D8A-3497-3C32-4B40-D98DC7B46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979DC643-63E8-65FE-A93C-4A84A9606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493D997C-4E40-5D2E-9784-BACA47395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751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2D4E1E23-95C1-D738-0731-2ADDFAFAAE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F20C9B90-A65B-3F57-BBA2-CE0A10B2D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8A7C52F5-6753-2E00-9B2F-32180CA60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2797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0648A7-AF6E-226D-3BCE-138A37A2DF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EF6BEB1-03F9-6EC5-C8ED-38BC4FA63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6DA07554-C76B-A916-D636-F6DE363D74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F9F075C9-91F4-6006-E609-107E8B85D8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85DAC05D-21AB-C565-E501-52C5A6CF0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D13B7EAE-15A4-6A76-3C40-DA0C7F4F0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128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92EF41-E857-D5E6-31F3-C705B14F8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94466C9E-8A43-91D8-C52C-FE91E3B19D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D0B6FEB1-E8EC-DBBF-B83B-257A86AE3D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D70BA478-8902-A9DD-A06F-D1FFC8874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B862B02-6662-16C5-0E98-1D038E403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FDD01BF8-71C9-BE48-D0F2-91C481782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4225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DEF1A1-3E16-1B5E-0296-4A20B5D16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04C93D8A-F510-8DF1-15A8-46B17A1FE9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723C98C-4F54-1E51-4AB2-97D85B6B8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BAF510F1-039B-6039-434E-27F3EE83F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70CAA84-8DFC-BE5A-79F6-2EC01CCC6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4058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46675FDE-C739-BBCD-4C72-77CB2B1ED8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7841C3E1-6706-6756-9F8E-3F9C808B75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E43539BC-D56A-3031-C00D-F8F5D24045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CEA90-FFDE-4231-A305-5118E04EEDC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65E2CE5-264D-159D-E2F2-CEE29ED55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89DA51E-29A3-84D4-7C6F-87216E2A8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9132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74284EAD-993C-EC86-F3D2-7E51B45ED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en-US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AE0D4035-5859-605B-20F3-848E380533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9F8213E0-CF90-C3F9-47F3-2840950BF3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3CEA90-FFDE-4231-A305-5118E04EEDC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00D2472-E790-905D-7E0B-7B327C58BE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E25EB48-BBEA-BBE1-B7F9-B3B9A4C29E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582A00-D3CE-47A6-ABEF-68F18E96352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370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al 3">
            <a:extLst>
              <a:ext uri="{FF2B5EF4-FFF2-40B4-BE49-F238E27FC236}">
                <a16:creationId xmlns:a16="http://schemas.microsoft.com/office/drawing/2014/main" id="{4CA266B5-F214-C018-20C9-BE06DEF74C8C}"/>
              </a:ext>
            </a:extLst>
          </p:cNvPr>
          <p:cNvSpPr/>
          <p:nvPr/>
        </p:nvSpPr>
        <p:spPr>
          <a:xfrm>
            <a:off x="2258568" y="420624"/>
            <a:ext cx="7415784" cy="615391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5E84D26E-DA17-A509-B5DE-C2DB0B4F48BB}"/>
              </a:ext>
            </a:extLst>
          </p:cNvPr>
          <p:cNvSpPr txBox="1"/>
          <p:nvPr/>
        </p:nvSpPr>
        <p:spPr>
          <a:xfrm>
            <a:off x="4942816" y="653147"/>
            <a:ext cx="2169414" cy="397031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Artificial Intelligence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Machine Learning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Neural Networks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Deep Learning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Generative AI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Large</a:t>
            </a:r>
          </a:p>
          <a:p>
            <a:pPr algn="ctr"/>
            <a:r>
              <a:rPr lang="en-US" dirty="0"/>
              <a:t>Language</a:t>
            </a:r>
          </a:p>
          <a:p>
            <a:pPr algn="ctr"/>
            <a:r>
              <a:rPr lang="en-US" dirty="0"/>
              <a:t>Models</a:t>
            </a:r>
          </a:p>
        </p:txBody>
      </p:sp>
      <p:sp>
        <p:nvSpPr>
          <p:cNvPr id="7" name="Ovaal 6">
            <a:extLst>
              <a:ext uri="{FF2B5EF4-FFF2-40B4-BE49-F238E27FC236}">
                <a16:creationId xmlns:a16="http://schemas.microsoft.com/office/drawing/2014/main" id="{177F0942-7C0A-46BD-3463-D8ED9C18B1B4}"/>
              </a:ext>
            </a:extLst>
          </p:cNvPr>
          <p:cNvSpPr/>
          <p:nvPr/>
        </p:nvSpPr>
        <p:spPr>
          <a:xfrm>
            <a:off x="3032426" y="1283732"/>
            <a:ext cx="5882307" cy="488137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Ovaal 8">
            <a:extLst>
              <a:ext uri="{FF2B5EF4-FFF2-40B4-BE49-F238E27FC236}">
                <a16:creationId xmlns:a16="http://schemas.microsoft.com/office/drawing/2014/main" id="{2A376256-B6D1-EF1B-08AC-2D7F004ADFBB}"/>
              </a:ext>
            </a:extLst>
          </p:cNvPr>
          <p:cNvSpPr/>
          <p:nvPr/>
        </p:nvSpPr>
        <p:spPr>
          <a:xfrm>
            <a:off x="3579247" y="1854232"/>
            <a:ext cx="4648727" cy="385769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al 9">
            <a:extLst>
              <a:ext uri="{FF2B5EF4-FFF2-40B4-BE49-F238E27FC236}">
                <a16:creationId xmlns:a16="http://schemas.microsoft.com/office/drawing/2014/main" id="{14FEA1A5-9D75-9062-E634-E143A32E26BE}"/>
              </a:ext>
            </a:extLst>
          </p:cNvPr>
          <p:cNvSpPr/>
          <p:nvPr/>
        </p:nvSpPr>
        <p:spPr>
          <a:xfrm>
            <a:off x="4317324" y="2521220"/>
            <a:ext cx="3298269" cy="273703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Ovaal 10">
            <a:extLst>
              <a:ext uri="{FF2B5EF4-FFF2-40B4-BE49-F238E27FC236}">
                <a16:creationId xmlns:a16="http://schemas.microsoft.com/office/drawing/2014/main" id="{BD9EC73B-D5A7-8A05-70CF-E0272F6B0D26}"/>
              </a:ext>
            </a:extLst>
          </p:cNvPr>
          <p:cNvSpPr/>
          <p:nvPr/>
        </p:nvSpPr>
        <p:spPr>
          <a:xfrm>
            <a:off x="4763093" y="2971800"/>
            <a:ext cx="2528860" cy="209854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Ovaal 11">
            <a:extLst>
              <a:ext uri="{FF2B5EF4-FFF2-40B4-BE49-F238E27FC236}">
                <a16:creationId xmlns:a16="http://schemas.microsoft.com/office/drawing/2014/main" id="{15CEFB65-84B2-5ACF-C90F-E7BE81060AC1}"/>
              </a:ext>
            </a:extLst>
          </p:cNvPr>
          <p:cNvSpPr/>
          <p:nvPr/>
        </p:nvSpPr>
        <p:spPr>
          <a:xfrm>
            <a:off x="5126720" y="3497580"/>
            <a:ext cx="1801606" cy="149504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9914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37776-1C2D-53F4-3D0E-A6E5F1213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al 3">
            <a:extLst>
              <a:ext uri="{FF2B5EF4-FFF2-40B4-BE49-F238E27FC236}">
                <a16:creationId xmlns:a16="http://schemas.microsoft.com/office/drawing/2014/main" id="{5A4DC448-8F1B-F795-67C3-F72803FE630E}"/>
              </a:ext>
            </a:extLst>
          </p:cNvPr>
          <p:cNvSpPr/>
          <p:nvPr/>
        </p:nvSpPr>
        <p:spPr>
          <a:xfrm>
            <a:off x="2258568" y="420624"/>
            <a:ext cx="7415784" cy="615391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CA3D0478-DF21-930B-9523-C998874C219E}"/>
              </a:ext>
            </a:extLst>
          </p:cNvPr>
          <p:cNvSpPr txBox="1"/>
          <p:nvPr/>
        </p:nvSpPr>
        <p:spPr>
          <a:xfrm>
            <a:off x="4942816" y="653147"/>
            <a:ext cx="2169414" cy="175432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Artificial Intelligence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Machine Learning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Deep Learning</a:t>
            </a:r>
          </a:p>
        </p:txBody>
      </p:sp>
      <p:sp>
        <p:nvSpPr>
          <p:cNvPr id="7" name="Ovaal 6">
            <a:extLst>
              <a:ext uri="{FF2B5EF4-FFF2-40B4-BE49-F238E27FC236}">
                <a16:creationId xmlns:a16="http://schemas.microsoft.com/office/drawing/2014/main" id="{821395DC-6353-5D36-55EA-74876075FA2B}"/>
              </a:ext>
            </a:extLst>
          </p:cNvPr>
          <p:cNvSpPr/>
          <p:nvPr/>
        </p:nvSpPr>
        <p:spPr>
          <a:xfrm>
            <a:off x="3032426" y="1283732"/>
            <a:ext cx="5882307" cy="488137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Ovaal 8">
            <a:extLst>
              <a:ext uri="{FF2B5EF4-FFF2-40B4-BE49-F238E27FC236}">
                <a16:creationId xmlns:a16="http://schemas.microsoft.com/office/drawing/2014/main" id="{2A0CC2FA-4B7B-D329-9BB0-B19D3925671A}"/>
              </a:ext>
            </a:extLst>
          </p:cNvPr>
          <p:cNvSpPr/>
          <p:nvPr/>
        </p:nvSpPr>
        <p:spPr>
          <a:xfrm>
            <a:off x="3579247" y="1854232"/>
            <a:ext cx="4648727" cy="385769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Ovaal 1">
            <a:extLst>
              <a:ext uri="{FF2B5EF4-FFF2-40B4-BE49-F238E27FC236}">
                <a16:creationId xmlns:a16="http://schemas.microsoft.com/office/drawing/2014/main" id="{E7A8124A-6DA4-8AEA-2ED3-2F4D3F86735F}"/>
              </a:ext>
            </a:extLst>
          </p:cNvPr>
          <p:cNvSpPr/>
          <p:nvPr/>
        </p:nvSpPr>
        <p:spPr>
          <a:xfrm>
            <a:off x="6719735" y="2156927"/>
            <a:ext cx="5076755" cy="4212893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54B880C8-C740-17D1-0793-A62ECCEFEE2F}"/>
              </a:ext>
            </a:extLst>
          </p:cNvPr>
          <p:cNvSpPr txBox="1"/>
          <p:nvPr/>
        </p:nvSpPr>
        <p:spPr>
          <a:xfrm>
            <a:off x="9281857" y="2618708"/>
            <a:ext cx="2169414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302815582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21</Words>
  <Application>Microsoft Office PowerPoint</Application>
  <PresentationFormat>Breedbeeld</PresentationFormat>
  <Paragraphs>21</Paragraphs>
  <Slides>2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Kantoorthema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Freek van den Berg</dc:creator>
  <cp:lastModifiedBy>Freek van den Berg</cp:lastModifiedBy>
  <cp:revision>3</cp:revision>
  <dcterms:created xsi:type="dcterms:W3CDTF">2026-04-11T10:12:50Z</dcterms:created>
  <dcterms:modified xsi:type="dcterms:W3CDTF">2026-04-14T11:58:23Z</dcterms:modified>
</cp:coreProperties>
</file>