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E8F89-87B8-5E9E-99D3-262A381E3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057EB13-D428-C3BF-1D2E-4CA9D31FA0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6813BB-2833-59A2-65BE-FB3380FF7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DAEA90E-1E61-5BAD-44C9-1D1C2DA8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CABDB5E-5FF5-F0A1-C9E7-FE61BD42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0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B16F6-E41D-6629-DB3C-1A34DE8C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34B313-C916-9057-A98C-6C3DACECB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85B2B6C-ECD3-9F69-976F-8390265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1D63DA-5E46-B640-1E21-6595FA28E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28BDE5-099C-6CB6-2302-BBF24902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F29F58-A6D6-E0E3-73BF-ADC08DD01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E4F536-4D43-6120-1181-49F2664E7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D792A0-2600-4688-090F-9DB5523E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E6B7930-990A-AAAE-FA8A-2A9E43C9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B66C3A-CCB0-4587-FEAD-94B5E220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20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3898DE-097A-00DC-D272-60D50BCBD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62FD92-76BF-84A6-E6D8-79A9F688C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FB47AFA-F8D4-2987-7E98-73C505AA2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B77A3FB-69ED-A4C9-5027-83622938E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EC94983-49B3-DEF1-65DC-41946D8D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D68B7CD-7AA7-4026-B308-30E4FC50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4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175CC2-A692-19C2-ADF3-171ABACA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1C0693-F99F-9F2E-B415-AA7A2AA88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E555B7A-E4B2-4316-3C9B-0A066C5B3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DF6B0B-6B33-4856-32BA-1A7050D33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E28CC8B-DEF2-D275-F9A5-4027693C3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B37CAB8-202F-733C-EB83-A8E24613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D262A8-0A93-E309-CFAD-50F3F8FC4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36C487B-EB2C-99C8-8228-8CC9AFD8B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8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1DA35-611B-A5EF-42A0-CA52C471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1667D8A-3497-3C32-4B40-D98DC7B4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79DC643-63E8-65FE-A93C-4A84A960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93D997C-4E40-5D2E-9784-BACA4739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751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D4E1E23-95C1-D738-0731-2ADDFAFAA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0C9B90-A65B-3F57-BBA2-CE0A10B2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A7C52F5-6753-2E00-9B2F-32180CA6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79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0648A7-AF6E-226D-3BCE-138A37A2D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EF6BEB1-03F9-6EC5-C8ED-38BC4FA63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DA07554-C76B-A916-D636-F6DE363D7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9F075C9-91F4-6006-E609-107E8B85D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5DAC05D-21AB-C565-E501-52C5A6CF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13B7EAE-15A4-6A76-3C40-DA0C7F4F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12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F41-E857-D5E6-31F3-C705B14F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4466C9E-8A43-91D8-C52C-FE91E3B19D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0B6FEB1-E8EC-DBBF-B83B-257A86AE3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70BA478-8902-A9DD-A06F-D1FFC8874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B862B02-6662-16C5-0E98-1D038E403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D01BF8-71C9-BE48-D0F2-91C481782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2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DEF1A1-3E16-1B5E-0296-4A20B5D16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4C93D8A-F510-8DF1-15A8-46B17A1FE9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723C98C-4F54-1E51-4AB2-97D85B6B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F510F1-039B-6039-434E-27F3EE83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0CAA84-8DFC-BE5A-79F6-2EC01CCC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405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6675FDE-C739-BBCD-4C72-77CB2B1ED8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841C3E1-6706-6756-9F8E-3F9C808B7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3539BC-D56A-3031-C00D-F8F5D240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5E2CE5-264D-159D-E2F2-CEE29ED55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9DA51E-29A3-84D4-7C6F-87216E2A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4284EAD-993C-EC86-F3D2-7E51B45E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E0D4035-5859-605B-20F3-848E38053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F8213E0-CF90-C3F9-47F3-2840950BF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CEA90-FFDE-4231-A305-5118E04EEDC1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00D2472-E790-905D-7E0B-7B327C58B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25EB48-BBEA-BBE1-B7F9-B3B9A4C29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4CA266B5-F214-C018-20C9-BE06DEF74C8C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5E84D26E-DA17-A509-B5DE-C2DB0B4F48BB}"/>
              </a:ext>
            </a:extLst>
          </p:cNvPr>
          <p:cNvSpPr txBox="1"/>
          <p:nvPr/>
        </p:nvSpPr>
        <p:spPr>
          <a:xfrm>
            <a:off x="4942816" y="653147"/>
            <a:ext cx="2169414" cy="39703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Neural Networks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Generative AI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Large</a:t>
            </a:r>
          </a:p>
          <a:p>
            <a:pPr algn="ctr"/>
            <a:r>
              <a:rPr lang="en-US" dirty="0"/>
              <a:t>Language</a:t>
            </a:r>
          </a:p>
          <a:p>
            <a:pPr algn="ctr"/>
            <a:r>
              <a:rPr lang="en-US" dirty="0"/>
              <a:t>Models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177F0942-7C0A-46BD-3463-D8ED9C18B1B4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376256-B6D1-EF1B-08AC-2D7F004ADFBB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4FEA1A5-9D75-9062-E634-E143A32E26BE}"/>
              </a:ext>
            </a:extLst>
          </p:cNvPr>
          <p:cNvSpPr/>
          <p:nvPr/>
        </p:nvSpPr>
        <p:spPr>
          <a:xfrm>
            <a:off x="4317324" y="2521220"/>
            <a:ext cx="3298269" cy="27370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D9EC73B-D5A7-8A05-70CF-E0272F6B0D26}"/>
              </a:ext>
            </a:extLst>
          </p:cNvPr>
          <p:cNvSpPr/>
          <p:nvPr/>
        </p:nvSpPr>
        <p:spPr>
          <a:xfrm>
            <a:off x="4763093" y="2971800"/>
            <a:ext cx="2528860" cy="20985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15CEFB65-84B2-5ACF-C90F-E7BE81060AC1}"/>
              </a:ext>
            </a:extLst>
          </p:cNvPr>
          <p:cNvSpPr/>
          <p:nvPr/>
        </p:nvSpPr>
        <p:spPr>
          <a:xfrm>
            <a:off x="5126720" y="3497580"/>
            <a:ext cx="1801606" cy="1495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91464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</Words>
  <Application>Microsoft Office PowerPoint</Application>
  <PresentationFormat>Breedbeeld</PresentationFormat>
  <Paragraphs>14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Freek van den Berg</dc:creator>
  <cp:lastModifiedBy>Freek van den Berg</cp:lastModifiedBy>
  <cp:revision>2</cp:revision>
  <dcterms:created xsi:type="dcterms:W3CDTF">2026-04-11T10:12:50Z</dcterms:created>
  <dcterms:modified xsi:type="dcterms:W3CDTF">2026-04-11T10:17:14Z</dcterms:modified>
</cp:coreProperties>
</file>